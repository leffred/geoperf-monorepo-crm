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5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EF8CA2-F00C-9CAB-64BE-B83314961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CAFF7F-20DA-22F2-941A-0BA1A538A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A6F053-9AB8-87AA-66C0-CED5670F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4873ED-8AC0-BCDE-B6FD-974DE3EA7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8414AA-7554-501E-23FB-F2623D30F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273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D1E7FE-24FA-2C23-2656-3FB99D984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B0F96A-9DE0-CEFA-A90C-8AC346316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958A8D-50A3-75DE-0130-8B0B2EE2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806016-443E-7ADA-494D-E3BC3412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D12CCB-9699-CF7C-DEB0-B9FD47E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75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079EE3-791F-0912-AC51-504C4A252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159DA2-A563-9CDC-73C5-5B680DD96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C233CF-0BA5-71BF-4193-E96BCE0F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921884-388F-741E-1DDC-040E6B6E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C20A67-1C3F-A8C7-A22F-2A90619C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84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CB520F-8733-6893-4FC5-D1D682A5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B88EC6-2C39-096C-040B-703E67FF9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E25BBF-E354-3116-8A5A-7B45F407A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E3828A-CA54-4DB2-88A4-3A31B97C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2E6AE5-9824-FB71-2EF2-54B416AE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4D64A7-96D1-155E-D63D-6FCADFBB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660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CF9BC-9476-BD94-6DB8-5E8872C6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3A0B02-B738-5950-944D-E21C1265A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7FE393-0511-DE96-41A8-039D06584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ACF3B4-86AF-7E71-928B-28C65C38A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1D3D3B3-D03E-E5AF-13EC-84A053F35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BBA5006-D280-DA62-CD1D-0E30B5AE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C35DF3E-635C-B626-D770-69DFE7CBD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BF37360-CF5F-1A90-D472-51F26485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868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0AFFB0-89A0-CC42-AD23-1537B196D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0F19B17-270E-B471-A016-E6645EB1A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F85DEB4-BF26-BDD5-D190-26EFA9A8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8B8A36-65D7-9130-B2E4-3BC9B473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349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5113EE1-ABA5-804F-BD50-AD3E1CDAD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0FE6258-10DF-7AF2-DE0E-6F1F7C9A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D321A7-2B40-D872-D4FF-205911A0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04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D10FC9-C0C2-1093-C4E2-A7D171BC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817200-D77C-4723-9AD4-2D71BB25D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E039FEE-177C-02EE-1C67-33BC23AC4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7496D9B-E697-F553-AED3-659207255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9AD688-EED6-9043-96A6-A39101C8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91FF26-6DF8-6BDE-A538-239D4E57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27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F1C778-F5CB-AE54-E9E0-775FBD66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C3F89CE-294D-EE35-D800-9185326B9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82A2D23-64FA-1315-CF21-1122E7EF3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EFF7A9-E551-7CE7-F96D-8D536AC65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6A406E-C3C4-3FCE-F66A-6728322B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AC1BA8-2A48-13C6-9749-023E2BCE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487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5725E-6AF2-C2E9-A9B0-AA45477FD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58293EC-CEF0-AE44-4DF2-C508A83B8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A53020-F188-0AD2-4FA1-7D7C70A6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89A442-68D3-72EC-DBFA-0D75F681E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F2009B-4A82-0ACA-8720-074D579D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6019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C02702F-607B-9EDC-4770-766EA4F35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3E7878-3526-6021-8EE0-357AD7877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88A016-91F3-9744-8B2D-F7992D51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579DC6-6DB8-EE20-1325-57D10DB8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8C340B-1409-1231-892E-82174E01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115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F972185-CBD6-C5C1-731F-5FA2CDACF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333700-24EE-AB2C-1D0F-6FB1A3EB2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659078-2412-085A-3BA6-4BC4F29A8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F9FFBF-62EC-45EC-842B-B6AB62795E59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390B16-0175-6F07-E6DE-966DC4DEC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56FF6B-0669-BD09-AF14-9E8324B83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CEAA2-1B7D-40CC-BCD0-2C95CC25C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470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eoperf.com/logi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eoperf.com/app/brands/new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59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178D79-8886-A6F0-D93F-84CA9F2F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https://geoperf.com/login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1DC312-34B0-D5AD-09E5-CC006EDE9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faudrait sous le « se connecter » rajouter un bouton pour créer un compte. En effet, pour le moment, cette option est en haut a droite, donc </a:t>
            </a:r>
            <a:r>
              <a:rPr lang="fr-FR" dirty="0" err="1"/>
              <a:t>completement</a:t>
            </a:r>
            <a:r>
              <a:rPr lang="fr-FR" dirty="0"/>
              <a:t> hors du contexte.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183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F5CC66-B975-2619-B9FA-C91E1DF13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 </a:t>
            </a:r>
            <a:r>
              <a:rPr lang="fr-FR" dirty="0" err="1"/>
              <a:t>signup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007826-6AC6-668F-0FE9-FAAD864D4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Je reçois un mail de </a:t>
            </a:r>
            <a:r>
              <a:rPr lang="fr-FR" dirty="0" err="1"/>
              <a:t>Supabase</a:t>
            </a:r>
            <a:r>
              <a:rPr lang="fr-FR" dirty="0"/>
              <a:t> pour valider la </a:t>
            </a:r>
            <a:r>
              <a:rPr lang="fr-FR" dirty="0" err="1"/>
              <a:t>creation</a:t>
            </a:r>
            <a:r>
              <a:rPr lang="fr-FR" dirty="0"/>
              <a:t> du compte . </a:t>
            </a:r>
          </a:p>
          <a:p>
            <a:r>
              <a:rPr lang="fr-FR" dirty="0"/>
              <a:t>Le mail n est pas du tout</a:t>
            </a:r>
            <a:br>
              <a:rPr lang="fr-FR" dirty="0"/>
            </a:br>
            <a:r>
              <a:rPr lang="fr-FR" dirty="0" err="1"/>
              <a:t>brandé</a:t>
            </a:r>
            <a:r>
              <a:rPr lang="fr-FR" dirty="0"/>
              <a:t> </a:t>
            </a:r>
            <a:r>
              <a:rPr lang="fr-FR" dirty="0" err="1"/>
              <a:t>Geoperf</a:t>
            </a:r>
            <a:r>
              <a:rPr lang="fr-FR" dirty="0"/>
              <a:t>. </a:t>
            </a:r>
            <a:br>
              <a:rPr lang="fr-FR" dirty="0"/>
            </a:br>
            <a:r>
              <a:rPr lang="fr-FR" dirty="0"/>
              <a:t>Il faut </a:t>
            </a:r>
            <a:r>
              <a:rPr lang="fr-FR" dirty="0" err="1"/>
              <a:t>qu</a:t>
            </a:r>
            <a:r>
              <a:rPr lang="fr-FR" dirty="0"/>
              <a:t> on </a:t>
            </a:r>
            <a:r>
              <a:rPr lang="fr-FR" dirty="0" err="1"/>
              <a:t>regle</a:t>
            </a:r>
            <a:r>
              <a:rPr lang="fr-FR" dirty="0"/>
              <a:t> cela: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Ou bien annuler la </a:t>
            </a:r>
            <a:br>
              <a:rPr lang="fr-FR" dirty="0"/>
            </a:br>
            <a:r>
              <a:rPr lang="fr-FR" dirty="0"/>
              <a:t>confirmation mais je ne suis pas</a:t>
            </a:r>
            <a:br>
              <a:rPr lang="fr-FR" dirty="0"/>
            </a:br>
            <a:r>
              <a:rPr lang="fr-FR" dirty="0"/>
              <a:t>fan</a:t>
            </a:r>
          </a:p>
          <a:p>
            <a:r>
              <a:rPr lang="fr-FR" dirty="0"/>
              <a:t>Ou bien faire un mail (avec </a:t>
            </a:r>
            <a:r>
              <a:rPr lang="fr-FR" dirty="0" err="1"/>
              <a:t>sender</a:t>
            </a:r>
            <a:br>
              <a:rPr lang="fr-FR" dirty="0"/>
            </a:br>
            <a:r>
              <a:rPr lang="fr-FR" dirty="0"/>
              <a:t>nickel) de la part de </a:t>
            </a:r>
            <a:r>
              <a:rPr lang="fr-FR" dirty="0" err="1"/>
              <a:t>geoperf</a:t>
            </a:r>
            <a:r>
              <a:rPr lang="fr-FR" dirty="0"/>
              <a:t> pour </a:t>
            </a:r>
            <a:br>
              <a:rPr lang="fr-FR" dirty="0"/>
            </a:br>
            <a:r>
              <a:rPr lang="fr-FR" dirty="0"/>
              <a:t>valider compte</a:t>
            </a:r>
          </a:p>
        </p:txBody>
      </p:sp>
      <p:pic>
        <p:nvPicPr>
          <p:cNvPr id="5" name="Image 4" descr="The image displays a French language interface with a user confirmation signup form, including fields for external email and a button to confirm the user's account.&#10;&#10;Le contenu généré par l’IA peut être incorrect.">
            <a:extLst>
              <a:ext uri="{FF2B5EF4-FFF2-40B4-BE49-F238E27FC236}">
                <a16:creationId xmlns:a16="http://schemas.microsoft.com/office/drawing/2014/main" id="{E7F2EFF5-F061-0E27-5EA5-A2E3DBD2B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159" y="2449773"/>
            <a:ext cx="5654998" cy="347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9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7C15F9-09AF-A252-38B5-B8438CB4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https://geoperf.com/app/dashboard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11309E-509F-A8D4-C043-326751DFF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Remplacer le bouton </a:t>
            </a:r>
            <a:r>
              <a:rPr lang="fr-FR" dirty="0">
                <a:hlinkClick r:id="rId2"/>
              </a:rPr>
              <a:t>Form rapide</a:t>
            </a:r>
            <a:r>
              <a:rPr lang="fr-FR" dirty="0"/>
              <a:t> : Mettre un texte comme (Lancer directement) </a:t>
            </a:r>
          </a:p>
          <a:p>
            <a:r>
              <a:rPr lang="fr-FR" dirty="0"/>
              <a:t>D ailleurs, les deux boutons ont des fonctions très proches : Les formulaires derrière sont quasiment les mêmes. Donc on devrait surement supprimer un des doux boutons, non ?</a:t>
            </a:r>
          </a:p>
        </p:txBody>
      </p:sp>
    </p:spTree>
    <p:extLst>
      <p:ext uri="{BB962C8B-B14F-4D97-AF65-F5344CB8AC3E}">
        <p14:creationId xmlns:p14="http://schemas.microsoft.com/office/powerpoint/2010/main" val="45988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CB57CB-0FDA-516F-FF50-1BAB24D9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https://geoperf.com/app/brands/new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DC8DA2-38DB-EA76-8B33-F00834219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Domaines concurrents : On pourrait imaginer une fonction qui va chercher des concurrents en automatisé a partir du nom de la marque ? Comme cela, ce champ serait prérempli et je peux le modifier si je veux. </a:t>
            </a:r>
          </a:p>
          <a:p>
            <a:r>
              <a:rPr lang="fr-FR" dirty="0"/>
              <a:t>Les prompts personnalisés ne fonctionnent </a:t>
            </a:r>
            <a:br>
              <a:rPr lang="fr-FR" dirty="0"/>
            </a:br>
            <a:r>
              <a:rPr lang="fr-FR" dirty="0"/>
              <a:t>pas (j ai bien rempli nom/</a:t>
            </a:r>
            <a:r>
              <a:rPr lang="fr-FR" dirty="0" err="1"/>
              <a:t>categories</a:t>
            </a:r>
            <a:r>
              <a:rPr lang="fr-FR" dirty="0"/>
              <a:t> mais ca </a:t>
            </a:r>
            <a:br>
              <a:rPr lang="fr-FR" dirty="0"/>
            </a:br>
            <a:r>
              <a:rPr lang="fr-FR" dirty="0"/>
              <a:t>ne marche pas) </a:t>
            </a:r>
          </a:p>
          <a:p>
            <a:r>
              <a:rPr lang="fr-FR" dirty="0"/>
              <a:t>Quand je valide (plan Free) j’ai l erreur : </a:t>
            </a:r>
            <a:br>
              <a:rPr lang="fr-FR" dirty="0"/>
            </a:br>
            <a:r>
              <a:rPr lang="fr-FR" dirty="0"/>
              <a:t>« La cadence hebdomadaire est réservée aux plans Solo et plus. » alors que l’option mensuelle est bien activée dans le formulaire . </a:t>
            </a:r>
          </a:p>
          <a:p>
            <a:br>
              <a:rPr lang="fr-FR" dirty="0"/>
            </a:br>
            <a:endParaRPr lang="fr-FR" dirty="0"/>
          </a:p>
          <a:p>
            <a:endParaRPr lang="fr-FR" dirty="0"/>
          </a:p>
        </p:txBody>
      </p:sp>
      <p:pic>
        <p:nvPicPr>
          <p:cNvPr id="5" name="Image 4" descr="Personalized Prompts&#10;&#10;Le contenu généré par l’IA peut être incorrect.">
            <a:extLst>
              <a:ext uri="{FF2B5EF4-FFF2-40B4-BE49-F238E27FC236}">
                <a16:creationId xmlns:a16="http://schemas.microsoft.com/office/drawing/2014/main" id="{323792AE-32A9-F6FA-A5D0-8814F9043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078" y="3259406"/>
            <a:ext cx="3756992" cy="119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01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277</Words>
  <Application>Microsoft Office PowerPoint</Application>
  <PresentationFormat>Grand écran</PresentationFormat>
  <Paragraphs>14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Présentation PowerPoint</vt:lpstr>
      <vt:lpstr>https://geoperf.com/login </vt:lpstr>
      <vt:lpstr>Post signup</vt:lpstr>
      <vt:lpstr>https://geoperf.com/app/dashboard</vt:lpstr>
      <vt:lpstr>https://geoperf.com/app/brands/new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Frederic Lefebvre</dc:creator>
  <cp:lastModifiedBy>Frederic Lefebvre</cp:lastModifiedBy>
  <cp:revision>1</cp:revision>
  <dcterms:created xsi:type="dcterms:W3CDTF">2026-05-04T07:16:56Z</dcterms:created>
  <dcterms:modified xsi:type="dcterms:W3CDTF">2026-05-04T07:42:36Z</dcterms:modified>
</cp:coreProperties>
</file>